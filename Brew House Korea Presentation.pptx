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2" r:id="rId4"/>
    <p:sldId id="264" r:id="rId5"/>
    <p:sldId id="263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Poppi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6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457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971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25603" y="2905571"/>
            <a:ext cx="6340792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9FA"/>
                </a:solidFill>
                <a:latin typeface="Poppins"/>
                <a:ea typeface="Poppins"/>
                <a:cs typeface="Poppins"/>
                <a:sym typeface="Poppins"/>
              </a:rPr>
              <a:t>Brew House Korea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76575" y="3766542"/>
            <a:ext cx="6038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Overview of Important CSS Styles and HTML Structure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81025" y="913060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 smtClean="0">
                <a:solidFill>
                  <a:srgbClr val="D4A373"/>
                </a:solidFill>
                <a:latin typeface="Poppins"/>
                <a:cs typeface="Poppins"/>
                <a:sym typeface="Poppins"/>
              </a:rPr>
              <a:t>What is our website?</a:t>
            </a:r>
            <a:endParaRPr dirty="0"/>
          </a:p>
        </p:txBody>
      </p:sp>
      <p:sp>
        <p:nvSpPr>
          <p:cNvPr id="94" name="Google Shape;94;p14"/>
          <p:cNvSpPr/>
          <p:nvPr/>
        </p:nvSpPr>
        <p:spPr>
          <a:xfrm>
            <a:off x="581025" y="170363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6275" y="2277836"/>
            <a:ext cx="82554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Brew House Korea is a simple static website built by our Team for ordering coffee items. 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Our Core Team Members:</a:t>
            </a:r>
            <a:br>
              <a:rPr lang="en-US" sz="2400" dirty="0" smtClean="0">
                <a:solidFill>
                  <a:schemeClr val="bg1"/>
                </a:solidFill>
              </a:rPr>
            </a:b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   Arpan Karki </a:t>
            </a:r>
          </a:p>
          <a:p>
            <a:pPr marL="342900" indent="-342900">
              <a:buAutoNum type="arabicPeriod"/>
            </a:pPr>
            <a:r>
              <a:rPr lang="en-US" sz="24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Roshan Dhungel</a:t>
            </a:r>
          </a:p>
          <a:p>
            <a:pPr marL="342900" indent="-342900">
              <a:buAutoNum type="arabicPeriod"/>
            </a:pPr>
            <a:r>
              <a:rPr lang="en-US" sz="24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Aayush Khadka</a:t>
            </a:r>
          </a:p>
          <a:p>
            <a:pPr marL="342900" indent="-342900">
              <a:buAutoNum type="arabicPeriod"/>
            </a:pPr>
            <a:r>
              <a:rPr lang="en-US" sz="24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Joel Chaudhari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1748" y="2222904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81025" y="913060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smtClean="0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Website Structure </a:t>
            </a:r>
            <a:endParaRPr dirty="0"/>
          </a:p>
        </p:txBody>
      </p:sp>
      <p:sp>
        <p:nvSpPr>
          <p:cNvPr id="177" name="Google Shape;177;p19"/>
          <p:cNvSpPr/>
          <p:nvPr/>
        </p:nvSpPr>
        <p:spPr>
          <a:xfrm>
            <a:off x="581025" y="170363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796018" y="2708397"/>
            <a:ext cx="50863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index.html</a:t>
            </a:r>
            <a:r>
              <a:rPr lang="en-US" sz="1500" b="0" i="0" u="none" strike="noStrike" cap="none" dirty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: Home page with Hero section and features</a:t>
            </a:r>
            <a:r>
              <a:rPr lang="en-US" sz="1500" b="0" i="0" u="none" strike="noStrike" cap="none" dirty="0" smtClean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. (By Arpan karki)</a:t>
            </a:r>
            <a:endParaRPr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796018" y="3460872"/>
            <a:ext cx="50863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menu.html</a:t>
            </a:r>
            <a:r>
              <a:rPr lang="en-US" sz="1500" b="0" i="0" u="none" strike="noStrike" cap="none" dirty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: Menu cards showing drink names and prices</a:t>
            </a:r>
            <a:r>
              <a:rPr lang="en-US" sz="1500" b="0" i="0" u="none" strike="noStrike" cap="none" dirty="0" smtClean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. (By Roshan dhungel)</a:t>
            </a:r>
            <a:endParaRPr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796018" y="4213347"/>
            <a:ext cx="508635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0" i="0" u="none" strike="noStrike" cap="none" dirty="0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order.html</a:t>
            </a:r>
            <a:r>
              <a:rPr lang="en-US" sz="1500" b="0" i="0" u="none" strike="noStrike" cap="none" dirty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: Order </a:t>
            </a:r>
            <a:r>
              <a:rPr lang="en-US" sz="1500" b="0" i="0" u="none" strike="noStrike" cap="none" dirty="0" smtClean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form - selection </a:t>
            </a:r>
            <a:r>
              <a:rPr lang="en-US" dirty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(By </a:t>
            </a:r>
            <a:r>
              <a:rPr lang="en-US" dirty="0" smtClean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joel chaudary)</a:t>
            </a:r>
            <a:endParaRPr 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p19"/>
          <p:cNvSpPr txBox="1"/>
          <p:nvPr/>
        </p:nvSpPr>
        <p:spPr>
          <a:xfrm>
            <a:off x="796018" y="4661022"/>
            <a:ext cx="50863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contact.html</a:t>
            </a:r>
            <a:r>
              <a:rPr lang="en-US" sz="1500" b="0" i="0" u="none" strike="noStrike" cap="none" dirty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: Contact details and message form</a:t>
            </a:r>
            <a:r>
              <a:rPr lang="en-US" sz="1500" b="0" i="0" u="none" strike="noStrike" cap="none" dirty="0" smtClean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smtClean="0">
                <a:solidFill>
                  <a:srgbClr val="ADB5BD"/>
                </a:solidFill>
                <a:latin typeface="Poppins"/>
                <a:cs typeface="Poppins"/>
                <a:sym typeface="Poppins"/>
              </a:rPr>
              <a:t>(By Aayush Khadka)</a:t>
            </a:r>
            <a:endParaRPr dirty="0"/>
          </a:p>
        </p:txBody>
      </p:sp>
      <p:sp>
        <p:nvSpPr>
          <p:cNvPr id="183" name="Google Shape;183;p19"/>
          <p:cNvSpPr txBox="1"/>
          <p:nvPr/>
        </p:nvSpPr>
        <p:spPr>
          <a:xfrm>
            <a:off x="796018" y="5375064"/>
            <a:ext cx="50863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rgbClr val="ADB5BD"/>
                </a:solidFill>
                <a:latin typeface="Poppins"/>
                <a:ea typeface="Poppins"/>
                <a:cs typeface="Poppins"/>
                <a:sym typeface="Poppins"/>
              </a:rPr>
              <a:t>CSS parts were handled collectively by all the members for their respective sections and merged later.</a:t>
            </a:r>
            <a:endParaRPr dirty="0"/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2785318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81025" y="3537793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81025" y="4199536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581025" y="4737943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593952" y="5487790"/>
            <a:ext cx="25989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r="37075"/>
          <a:stretch/>
        </p:blipFill>
        <p:spPr>
          <a:xfrm>
            <a:off x="6251104" y="2299410"/>
            <a:ext cx="5218137" cy="36472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93" y="1815668"/>
            <a:ext cx="6480007" cy="37290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1133" y="1815668"/>
            <a:ext cx="3285138" cy="3719360"/>
          </a:xfrm>
          <a:prstGeom prst="rect">
            <a:avLst/>
          </a:prstGeom>
        </p:spPr>
      </p:pic>
      <p:sp>
        <p:nvSpPr>
          <p:cNvPr id="6" name="Google Shape;176;p19"/>
          <p:cNvSpPr txBox="1"/>
          <p:nvPr/>
        </p:nvSpPr>
        <p:spPr>
          <a:xfrm>
            <a:off x="581025" y="797313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smtClean="0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Media Responsiveness (Collective Effort)</a:t>
            </a:r>
            <a:endParaRPr dirty="0"/>
          </a:p>
        </p:txBody>
      </p:sp>
      <p:sp>
        <p:nvSpPr>
          <p:cNvPr id="7" name="Google Shape;177;p19"/>
          <p:cNvSpPr/>
          <p:nvPr/>
        </p:nvSpPr>
        <p:spPr>
          <a:xfrm>
            <a:off x="581025" y="1546259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536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25603" y="2905571"/>
            <a:ext cx="6340792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smtClean="0">
                <a:solidFill>
                  <a:srgbClr val="F8F9FA"/>
                </a:solidFill>
                <a:latin typeface="Poppins"/>
                <a:ea typeface="Poppins"/>
                <a:cs typeface="Poppins"/>
                <a:sym typeface="Poppins"/>
              </a:rPr>
              <a:t>Live 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0817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125</Words>
  <Application>Microsoft Office PowerPoint</Application>
  <PresentationFormat>Widescreen</PresentationFormat>
  <Paragraphs>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KCC</cp:lastModifiedBy>
  <cp:revision>4</cp:revision>
  <dcterms:modified xsi:type="dcterms:W3CDTF">2025-12-05T22:30:31Z</dcterms:modified>
</cp:coreProperties>
</file>